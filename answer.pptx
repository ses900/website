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&#12304;71034340793045&#8224;L204-L223&#12305;" TargetMode="External"/><Relationship Id="rId4" Type="http://schemas.openxmlformats.org/officeDocument/2006/relationships/hyperlink" Target="&#12304;758520193555499&#8224;L218-L239&#12305;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&#12304;758520193555499&#8224;L218-L239&#12305;" TargetMode="External"/><Relationship Id="rId4" Type="http://schemas.openxmlformats.org/officeDocument/2006/relationships/hyperlink" Target="&#12304;71034340793045&#8224;L204-L223&#12305;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&#12304;758520193555499&#8224;L276-L322&#12305;" TargetMode="External"/><Relationship Id="rId4" Type="http://schemas.openxmlformats.org/officeDocument/2006/relationships/hyperlink" Target="&#12304;758520193555499&#8224;L218-L239&#12305;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&#12304;758520193555499&#8224;L276-L322&#12305;" TargetMode="External"/><Relationship Id="rId3" Type="http://schemas.openxmlformats.org/officeDocument/2006/relationships/hyperlink" Target="&#12304;758520193555499&#8224;L218-L239&#12305;" TargetMode="External"/><Relationship Id="rId4" Type="http://schemas.openxmlformats.org/officeDocument/2006/relationships/hyperlink" Target="&#12304;71034340793045&#8224;L204-L223&#12305;" TargetMode="External"/><Relationship Id="rId1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&#12304;71034340793045&#8224;L204-L223&#12305;" TargetMode="External"/><Relationship Id="rId4" Type="http://schemas.openxmlformats.org/officeDocument/2006/relationships/hyperlink" Target="&#12304;758520193555499&#8224;L218-L239&#12305;" TargetMode="External"/><Relationship Id="rId5" Type="http://schemas.openxmlformats.org/officeDocument/2006/relationships/hyperlink" Target="&#12304;758520193555499&#8224;L276-L322&#12305;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5556" b="5556"/>
          <a:stretch/>
        </p:blipFill>
        <p:spPr>
          <a:xfrm>
            <a:off x="4754880" y="548640"/>
            <a:ext cx="41148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2801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Fairness‑Based Rewiring in the Prisoner’s Dilemma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Game‑theoretic discovery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24,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The Prisoner’s Dilemma captures the conflict between self‑interest and mutual cooperation.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Behavioural experiments show that fairness and contributions strongly influence cooperation【71034340793045†L204-L223】.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Adaptive networks allow players to switch partners, enabling cooperators to cluster and avoid exploitation【758520193555499†L218-L239】.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60"/>
              </a:spcAft>
              <a:buNone/>
            </a:pPr>
            <a:r>
              <a:rPr lang="en-US" sz="1400" b="1" dirty="0">
                <a:solidFill>
                  <a:srgbClr val="030A18"/>
                </a:solidFill>
              </a:rPr>
              <a:t>Agents sever unfair links to foster cooperation</a:t>
            </a:r>
            <a:endParaRPr lang="en-US" sz="14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Strict fairness (θ=0) yields rapid clustering but may fragment the network</a:t>
            </a:r>
            <a:endParaRPr lang="en-US" sz="14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Moderate thresholds (θ≈0.5–1.0) maximise stable cooperation</a:t>
            </a:r>
            <a:endParaRPr lang="en-US" sz="14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Lenient thresholds or no rewiring fail to deter exploiters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Compute payoffs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Sum PD payoffs across neighbours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4600" y="1737360"/>
            <a:ext cx="365760" cy="182880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14630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Fairness rewiring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Sever links when |ΔΠ| &gt; θ and rewire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737360"/>
            <a:ext cx="365760" cy="182880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46304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Strategy update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Imitate neighbour via Fermi rule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6517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265176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Simulation parameters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80 agents, Erdős–Rényi network (avg deg 4)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PD payoffs: R=1, S=0, T=1+u (u=0.5), P=u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Thresholds θ ∈ {0,0.5,1,2,5,∞}, α=5, 60 steps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6576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2801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60"/>
              </a:spcAft>
              <a:buNone/>
            </a:pPr>
            <a:r>
              <a:rPr lang="en-US" sz="1300" b="1" dirty="0">
                <a:solidFill>
                  <a:srgbClr val="030A18"/>
                </a:solidFill>
              </a:rPr>
              <a:t>Key findings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Strict fairness (θ=0) → ≈0.85 cooperation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Moderate (0.5–1.0) → ≈0.6 cooperation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Lenient (≥2) or no rewiring → collapse of cooperation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474720"/>
          <a:ext cx="3291840" cy="12801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̅ρ_C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0.60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0"/>
            <a:ext cx="7772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60"/>
              </a:spcAft>
              <a:buNone/>
            </a:pPr>
            <a:r>
              <a:rPr lang="en-US" sz="1300" b="1" dirty="0">
                <a:solidFill>
                  <a:srgbClr val="030A18"/>
                </a:solidFill>
              </a:rPr>
              <a:t>Fairness‑based rewiring fosters cooperation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Inequality aversion lets cooperators cluster and avoid exploiters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Moderate thresholds balance tolerance and punishment; extremes perform worse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Builds on adaptive network models and fairness preferences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Limitations: simple network and strategies; thresholds exogenous</a:t>
            </a:r>
            <a:endParaRPr lang="en-US" sz="13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Future work: heterogeneous norms and real social networks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600" u="sng" dirty="0">
                <a:solidFill>
                  <a:srgbClr val="6E8AC7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2025-09-24T11:40:27Z</dcterms:created>
  <dcterms:modified xsi:type="dcterms:W3CDTF">2025-09-24T11:40:27Z</dcterms:modified>
</cp:coreProperties>
</file>